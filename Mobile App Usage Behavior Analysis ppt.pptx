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75" r:id="rId4"/>
  </p:sldMasterIdLst>
  <p:notesMasterIdLst>
    <p:notesMasterId r:id="rId14"/>
  </p:notesMasterIdLst>
  <p:handoutMasterIdLst>
    <p:handoutMasterId r:id="rId15"/>
  </p:handoutMasterIdLst>
  <p:sldIdLst>
    <p:sldId id="317" r:id="rId5"/>
    <p:sldId id="307" r:id="rId6"/>
    <p:sldId id="308" r:id="rId7"/>
    <p:sldId id="278" r:id="rId8"/>
    <p:sldId id="318" r:id="rId9"/>
    <p:sldId id="319" r:id="rId10"/>
    <p:sldId id="320" r:id="rId11"/>
    <p:sldId id="309"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5FCF"/>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0BAFE6-B317-442E-ABD4-C021279DC3AD}" v="87" dt="2026-02-11T18:41:20.726"/>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8" d="100"/>
          <a:sy n="78" d="100"/>
        </p:scale>
        <p:origin x="878" y="91"/>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AMATHI NAVEEN" userId="05c2d00530b3e31a" providerId="LiveId" clId="{762F6E52-19A7-4172-BFEC-E199F443A61D}"/>
    <pc:docChg chg="undo redo custSel addSld delSld modSld modMainMaster addSection delSection">
      <pc:chgData name="ELAMATHI NAVEEN" userId="05c2d00530b3e31a" providerId="LiveId" clId="{762F6E52-19A7-4172-BFEC-E199F443A61D}" dt="2026-02-23T12:55:42.924" v="453" actId="14100"/>
      <pc:docMkLst>
        <pc:docMk/>
      </pc:docMkLst>
      <pc:sldChg chg="addSp modSp mod">
        <pc:chgData name="ELAMATHI NAVEEN" userId="05c2d00530b3e31a" providerId="LiveId" clId="{762F6E52-19A7-4172-BFEC-E199F443A61D}" dt="2026-02-11T18:42:30.401" v="381" actId="113"/>
        <pc:sldMkLst>
          <pc:docMk/>
          <pc:sldMk cId="520000563" sldId="278"/>
        </pc:sldMkLst>
        <pc:spChg chg="add mod">
          <ac:chgData name="ELAMATHI NAVEEN" userId="05c2d00530b3e31a" providerId="LiveId" clId="{762F6E52-19A7-4172-BFEC-E199F443A61D}" dt="2026-02-06T05:45:19.043" v="87" actId="14826"/>
          <ac:spMkLst>
            <pc:docMk/>
            <pc:sldMk cId="520000563" sldId="278"/>
            <ac:spMk id="2" creationId="{55BB7024-4B3A-F4B1-2BA8-C848F04A00D0}"/>
          </ac:spMkLst>
        </pc:spChg>
        <pc:spChg chg="mod">
          <ac:chgData name="ELAMATHI NAVEEN" userId="05c2d00530b3e31a" providerId="LiveId" clId="{762F6E52-19A7-4172-BFEC-E199F443A61D}" dt="2026-02-11T18:42:30.401" v="381" actId="113"/>
          <ac:spMkLst>
            <pc:docMk/>
            <pc:sldMk cId="520000563" sldId="278"/>
            <ac:spMk id="3" creationId="{61377AF6-2477-81EC-D1BC-43FD72DF18F6}"/>
          </ac:spMkLst>
        </pc:spChg>
        <pc:picChg chg="mod">
          <ac:chgData name="ELAMATHI NAVEEN" userId="05c2d00530b3e31a" providerId="LiveId" clId="{762F6E52-19A7-4172-BFEC-E199F443A61D}" dt="2026-02-06T05:45:19.043" v="87" actId="14826"/>
          <ac:picMkLst>
            <pc:docMk/>
            <pc:sldMk cId="520000563" sldId="278"/>
            <ac:picMk id="4" creationId="{0DEBEDD0-2C97-CD36-23CF-99F082806824}"/>
          </ac:picMkLst>
        </pc:picChg>
      </pc:sldChg>
      <pc:sldChg chg="modSp">
        <pc:chgData name="ELAMATHI NAVEEN" userId="05c2d00530b3e31a" providerId="LiveId" clId="{762F6E52-19A7-4172-BFEC-E199F443A61D}" dt="2026-02-11T18:30:27.890" v="246"/>
        <pc:sldMkLst>
          <pc:docMk/>
          <pc:sldMk cId="2188828507" sldId="304"/>
        </pc:sldMkLst>
        <pc:spChg chg="mod">
          <ac:chgData name="ELAMATHI NAVEEN" userId="05c2d00530b3e31a" providerId="LiveId" clId="{762F6E52-19A7-4172-BFEC-E199F443A61D}" dt="2026-02-11T18:30:27.890" v="246"/>
          <ac:spMkLst>
            <pc:docMk/>
            <pc:sldMk cId="2188828507" sldId="304"/>
            <ac:spMk id="11" creationId="{C6DCC38C-603B-CCD0-2914-0BBCD4F4F74E}"/>
          </ac:spMkLst>
        </pc:spChg>
      </pc:sldChg>
      <pc:sldChg chg="addSp delSp modSp mod setBg modClrScheme chgLayout">
        <pc:chgData name="ELAMATHI NAVEEN" userId="05c2d00530b3e31a" providerId="LiveId" clId="{762F6E52-19A7-4172-BFEC-E199F443A61D}" dt="2026-02-11T18:43:34.119" v="390" actId="1076"/>
        <pc:sldMkLst>
          <pc:docMk/>
          <pc:sldMk cId="586478555" sldId="307"/>
        </pc:sldMkLst>
        <pc:spChg chg="mod ord">
          <ac:chgData name="ELAMATHI NAVEEN" userId="05c2d00530b3e31a" providerId="LiveId" clId="{762F6E52-19A7-4172-BFEC-E199F443A61D}" dt="2026-02-11T18:43:03.740" v="388" actId="255"/>
          <ac:spMkLst>
            <pc:docMk/>
            <pc:sldMk cId="586478555" sldId="307"/>
            <ac:spMk id="2" creationId="{C3F46C7B-D29F-368C-FEEC-CDFA125F8E5C}"/>
          </ac:spMkLst>
        </pc:spChg>
        <pc:spChg chg="mod">
          <ac:chgData name="ELAMATHI NAVEEN" userId="05c2d00530b3e31a" providerId="LiveId" clId="{762F6E52-19A7-4172-BFEC-E199F443A61D}" dt="2026-02-11T18:43:34.119" v="390" actId="1076"/>
          <ac:spMkLst>
            <pc:docMk/>
            <pc:sldMk cId="586478555" sldId="307"/>
            <ac:spMk id="9" creationId="{A89DFD8C-520D-8B7D-309D-752DD4AC6D1F}"/>
          </ac:spMkLst>
        </pc:spChg>
        <pc:picChg chg="add mod">
          <ac:chgData name="ELAMATHI NAVEEN" userId="05c2d00530b3e31a" providerId="LiveId" clId="{762F6E52-19A7-4172-BFEC-E199F443A61D}" dt="2026-02-11T18:30:27.890" v="246"/>
          <ac:picMkLst>
            <pc:docMk/>
            <pc:sldMk cId="586478555" sldId="307"/>
            <ac:picMk id="10" creationId="{6AF09096-9545-16A9-EE1C-27DCA8FCDEF1}"/>
          </ac:picMkLst>
        </pc:picChg>
      </pc:sldChg>
      <pc:sldChg chg="addSp delSp modSp mod">
        <pc:chgData name="ELAMATHI NAVEEN" userId="05c2d00530b3e31a" providerId="LiveId" clId="{762F6E52-19A7-4172-BFEC-E199F443A61D}" dt="2026-02-11T18:42:44.021" v="383" actId="207"/>
        <pc:sldMkLst>
          <pc:docMk/>
          <pc:sldMk cId="2222324472" sldId="308"/>
        </pc:sldMkLst>
        <pc:spChg chg="mod">
          <ac:chgData name="ELAMATHI NAVEEN" userId="05c2d00530b3e31a" providerId="LiveId" clId="{762F6E52-19A7-4172-BFEC-E199F443A61D}" dt="2026-02-11T18:42:44.021" v="383" actId="207"/>
          <ac:spMkLst>
            <pc:docMk/>
            <pc:sldMk cId="2222324472" sldId="308"/>
            <ac:spMk id="2" creationId="{2403EE45-3924-5A20-4FDE-7EA6BBEBD06F}"/>
          </ac:spMkLst>
        </pc:spChg>
        <pc:spChg chg="add mod">
          <ac:chgData name="ELAMATHI NAVEEN" userId="05c2d00530b3e31a" providerId="LiveId" clId="{762F6E52-19A7-4172-BFEC-E199F443A61D}" dt="2026-02-06T05:44:16.057" v="85" actId="14826"/>
          <ac:spMkLst>
            <pc:docMk/>
            <pc:sldMk cId="2222324472" sldId="308"/>
            <ac:spMk id="9" creationId="{4CFF02CF-A7D4-82F4-40C3-2B914A99078D}"/>
          </ac:spMkLst>
        </pc:spChg>
        <pc:picChg chg="mod">
          <ac:chgData name="ELAMATHI NAVEEN" userId="05c2d00530b3e31a" providerId="LiveId" clId="{762F6E52-19A7-4172-BFEC-E199F443A61D}" dt="2026-02-11T18:30:27.890" v="246"/>
          <ac:picMkLst>
            <pc:docMk/>
            <pc:sldMk cId="2222324472" sldId="308"/>
            <ac:picMk id="8" creationId="{FFD2BD9F-962D-9BA5-14BE-C9CD52FEF9C7}"/>
          </ac:picMkLst>
        </pc:picChg>
      </pc:sldChg>
      <pc:sldChg chg="addSp delSp modSp mod">
        <pc:chgData name="ELAMATHI NAVEEN" userId="05c2d00530b3e31a" providerId="LiveId" clId="{762F6E52-19A7-4172-BFEC-E199F443A61D}" dt="2026-02-11T18:42:08.972" v="377" actId="207"/>
        <pc:sldMkLst>
          <pc:docMk/>
          <pc:sldMk cId="1966913227" sldId="309"/>
        </pc:sldMkLst>
        <pc:spChg chg="mod">
          <ac:chgData name="ELAMATHI NAVEEN" userId="05c2d00530b3e31a" providerId="LiveId" clId="{762F6E52-19A7-4172-BFEC-E199F443A61D}" dt="2026-02-11T18:30:27.890" v="246"/>
          <ac:spMkLst>
            <pc:docMk/>
            <pc:sldMk cId="1966913227" sldId="309"/>
            <ac:spMk id="3" creationId="{50CD348E-9357-0442-4555-AF6B4AFE34B6}"/>
          </ac:spMkLst>
        </pc:spChg>
        <pc:spChg chg="add del mod">
          <ac:chgData name="ELAMATHI NAVEEN" userId="05c2d00530b3e31a" providerId="LiveId" clId="{762F6E52-19A7-4172-BFEC-E199F443A61D}" dt="2026-02-11T18:41:29.013" v="364" actId="21"/>
          <ac:spMkLst>
            <pc:docMk/>
            <pc:sldMk cId="1966913227" sldId="309"/>
            <ac:spMk id="8" creationId="{BCFDA37B-399A-B9F0-7A7D-2A891EB7FFA6}"/>
          </ac:spMkLst>
        </pc:spChg>
        <pc:spChg chg="add del mod">
          <ac:chgData name="ELAMATHI NAVEEN" userId="05c2d00530b3e31a" providerId="LiveId" clId="{762F6E52-19A7-4172-BFEC-E199F443A61D}" dt="2026-02-11T18:42:08.972" v="377" actId="207"/>
          <ac:spMkLst>
            <pc:docMk/>
            <pc:sldMk cId="1966913227" sldId="309"/>
            <ac:spMk id="19" creationId="{A7BE12AD-D808-BDE0-3EB8-5BC50B1D8474}"/>
          </ac:spMkLst>
        </pc:spChg>
      </pc:sldChg>
      <pc:sldChg chg="addSp delSp modSp mod setBg">
        <pc:chgData name="ELAMATHI NAVEEN" userId="05c2d00530b3e31a" providerId="LiveId" clId="{762F6E52-19A7-4172-BFEC-E199F443A61D}" dt="2026-02-17T04:59:43.370" v="437" actId="1076"/>
        <pc:sldMkLst>
          <pc:docMk/>
          <pc:sldMk cId="1338167130" sldId="317"/>
        </pc:sldMkLst>
        <pc:spChg chg="add mod">
          <ac:chgData name="ELAMATHI NAVEEN" userId="05c2d00530b3e31a" providerId="LiveId" clId="{762F6E52-19A7-4172-BFEC-E199F443A61D}" dt="2026-02-11T18:46:38.142" v="415" actId="14100"/>
          <ac:spMkLst>
            <pc:docMk/>
            <pc:sldMk cId="1338167130" sldId="317"/>
            <ac:spMk id="16" creationId="{4A9EB6F4-B5E6-5557-4EE3-4D817EAA0C1B}"/>
          </ac:spMkLst>
        </pc:spChg>
        <pc:picChg chg="add mod">
          <ac:chgData name="ELAMATHI NAVEEN" userId="05c2d00530b3e31a" providerId="LiveId" clId="{762F6E52-19A7-4172-BFEC-E199F443A61D}" dt="2026-02-17T04:59:43.370" v="437" actId="1076"/>
          <ac:picMkLst>
            <pc:docMk/>
            <pc:sldMk cId="1338167130" sldId="317"/>
            <ac:picMk id="35" creationId="{561D9E21-AA3A-5A18-0C95-8B60CB4407A5}"/>
          </ac:picMkLst>
        </pc:picChg>
      </pc:sldChg>
      <pc:sldChg chg="addSp delSp modSp new mod modClrScheme chgLayout">
        <pc:chgData name="ELAMATHI NAVEEN" userId="05c2d00530b3e31a" providerId="LiveId" clId="{762F6E52-19A7-4172-BFEC-E199F443A61D}" dt="2026-02-23T12:53:16.191" v="443" actId="14100"/>
        <pc:sldMkLst>
          <pc:docMk/>
          <pc:sldMk cId="3632961556" sldId="318"/>
        </pc:sldMkLst>
        <pc:picChg chg="add del mod">
          <ac:chgData name="ELAMATHI NAVEEN" userId="05c2d00530b3e31a" providerId="LiveId" clId="{762F6E52-19A7-4172-BFEC-E199F443A61D}" dt="2026-02-23T12:51:58.354" v="438" actId="21"/>
          <ac:picMkLst>
            <pc:docMk/>
            <pc:sldMk cId="3632961556" sldId="318"/>
            <ac:picMk id="3" creationId="{4F48806A-41FF-106E-C04C-9A3D68E9D7CA}"/>
          </ac:picMkLst>
        </pc:picChg>
        <pc:picChg chg="add del mod">
          <ac:chgData name="ELAMATHI NAVEEN" userId="05c2d00530b3e31a" providerId="LiveId" clId="{762F6E52-19A7-4172-BFEC-E199F443A61D}" dt="2026-02-23T12:52:46.721" v="440" actId="21"/>
          <ac:picMkLst>
            <pc:docMk/>
            <pc:sldMk cId="3632961556" sldId="318"/>
            <ac:picMk id="4" creationId="{2C3E1B79-DF8C-4584-2676-F9B5CD19E2BA}"/>
          </ac:picMkLst>
        </pc:picChg>
        <pc:picChg chg="add mod">
          <ac:chgData name="ELAMATHI NAVEEN" userId="05c2d00530b3e31a" providerId="LiveId" clId="{762F6E52-19A7-4172-BFEC-E199F443A61D}" dt="2026-02-23T12:53:16.191" v="443" actId="14100"/>
          <ac:picMkLst>
            <pc:docMk/>
            <pc:sldMk cId="3632961556" sldId="318"/>
            <ac:picMk id="6" creationId="{0D8B7E8C-6C5F-0E7A-AC1C-4E3BDED54F61}"/>
          </ac:picMkLst>
        </pc:picChg>
      </pc:sldChg>
      <pc:sldChg chg="addSp delSp modSp new mod modClrScheme chgLayout">
        <pc:chgData name="ELAMATHI NAVEEN" userId="05c2d00530b3e31a" providerId="LiveId" clId="{762F6E52-19A7-4172-BFEC-E199F443A61D}" dt="2026-02-23T12:54:55.568" v="449" actId="14100"/>
        <pc:sldMkLst>
          <pc:docMk/>
          <pc:sldMk cId="4222418605" sldId="319"/>
        </pc:sldMkLst>
        <pc:picChg chg="add del mod">
          <ac:chgData name="ELAMATHI NAVEEN" userId="05c2d00530b3e31a" providerId="LiveId" clId="{762F6E52-19A7-4172-BFEC-E199F443A61D}" dt="2026-02-23T12:53:23.908" v="444" actId="21"/>
          <ac:picMkLst>
            <pc:docMk/>
            <pc:sldMk cId="4222418605" sldId="319"/>
            <ac:picMk id="3" creationId="{988AF405-D13C-CB6F-17A3-E074DF74C42E}"/>
          </ac:picMkLst>
        </pc:picChg>
        <pc:picChg chg="add del mod">
          <ac:chgData name="ELAMATHI NAVEEN" userId="05c2d00530b3e31a" providerId="LiveId" clId="{762F6E52-19A7-4172-BFEC-E199F443A61D}" dt="2026-02-23T12:53:39.171" v="446" actId="21"/>
          <ac:picMkLst>
            <pc:docMk/>
            <pc:sldMk cId="4222418605" sldId="319"/>
            <ac:picMk id="4" creationId="{01F80800-0CB2-C5E8-924A-140EE7A6909B}"/>
          </ac:picMkLst>
        </pc:picChg>
        <pc:picChg chg="add mod">
          <ac:chgData name="ELAMATHI NAVEEN" userId="05c2d00530b3e31a" providerId="LiveId" clId="{762F6E52-19A7-4172-BFEC-E199F443A61D}" dt="2026-02-23T12:54:55.568" v="449" actId="14100"/>
          <ac:picMkLst>
            <pc:docMk/>
            <pc:sldMk cId="4222418605" sldId="319"/>
            <ac:picMk id="6" creationId="{13ECDC6B-2F13-6623-2D51-EA81AD02E300}"/>
          </ac:picMkLst>
        </pc:picChg>
      </pc:sldChg>
      <pc:sldChg chg="addSp delSp modSp new mod modClrScheme chgLayout">
        <pc:chgData name="ELAMATHI NAVEEN" userId="05c2d00530b3e31a" providerId="LiveId" clId="{762F6E52-19A7-4172-BFEC-E199F443A61D}" dt="2026-02-23T12:55:42.924" v="453" actId="14100"/>
        <pc:sldMkLst>
          <pc:docMk/>
          <pc:sldMk cId="1885456367" sldId="320"/>
        </pc:sldMkLst>
        <pc:picChg chg="add mod">
          <ac:chgData name="ELAMATHI NAVEEN" userId="05c2d00530b3e31a" providerId="LiveId" clId="{762F6E52-19A7-4172-BFEC-E199F443A61D}" dt="2026-02-23T12:55:42.924" v="453" actId="14100"/>
          <ac:picMkLst>
            <pc:docMk/>
            <pc:sldMk cId="1885456367" sldId="320"/>
            <ac:picMk id="3" creationId="{EFBCD8AE-2AA0-B123-15B6-3F863ACAA49F}"/>
          </ac:picMkLst>
        </pc:picChg>
        <pc:picChg chg="add del mod">
          <ac:chgData name="ELAMATHI NAVEEN" userId="05c2d00530b3e31a" providerId="LiveId" clId="{762F6E52-19A7-4172-BFEC-E199F443A61D}" dt="2026-02-23T12:55:04.671" v="450" actId="21"/>
          <ac:picMkLst>
            <pc:docMk/>
            <pc:sldMk cId="1885456367" sldId="320"/>
            <ac:picMk id="5" creationId="{AB5AAD8E-6AB4-CB25-12EB-CD4E7CA7E604}"/>
          </ac:picMkLst>
        </pc:picChg>
      </pc:sldChg>
      <pc:sldMasterChg chg="addSp modSldLayout">
        <pc:chgData name="ELAMATHI NAVEEN" userId="05c2d00530b3e31a" providerId="LiveId" clId="{762F6E52-19A7-4172-BFEC-E199F443A61D}" dt="2026-02-11T18:30:27.890" v="246"/>
        <pc:sldMasterMkLst>
          <pc:docMk/>
          <pc:sldMasterMk cId="1500819852" sldId="2147483775"/>
        </pc:sldMasterMkLst>
        <pc:cxnChg chg="add">
          <ac:chgData name="ELAMATHI NAVEEN" userId="05c2d00530b3e31a" providerId="LiveId" clId="{762F6E52-19A7-4172-BFEC-E199F443A61D}" dt="2026-02-11T18:30:27.890" v="246"/>
          <ac:cxnSpMkLst>
            <pc:docMk/>
            <pc:sldMasterMk cId="1500819852" sldId="2147483775"/>
            <ac:cxnSpMk id="9" creationId="{86105A32-18E8-76EB-5B95-A302AB7B9BB8}"/>
          </ac:cxnSpMkLst>
        </pc:cxnChg>
        <pc:sldLayoutChg chg="addSp">
          <pc:chgData name="ELAMATHI NAVEEN" userId="05c2d00530b3e31a" providerId="LiveId" clId="{762F6E52-19A7-4172-BFEC-E199F443A61D}" dt="2026-02-11T18:30:27.890" v="246"/>
          <pc:sldLayoutMkLst>
            <pc:docMk/>
            <pc:sldMasterMk cId="1500819852" sldId="2147483775"/>
            <pc:sldLayoutMk cId="3663735354" sldId="2147483782"/>
          </pc:sldLayoutMkLst>
          <pc:spChg chg="add">
            <ac:chgData name="ELAMATHI NAVEEN" userId="05c2d00530b3e31a" providerId="LiveId" clId="{762F6E52-19A7-4172-BFEC-E199F443A61D}" dt="2026-02-11T18:30:27.890" v="246"/>
            <ac:spMkLst>
              <pc:docMk/>
              <pc:sldMasterMk cId="1500819852" sldId="2147483775"/>
              <pc:sldLayoutMk cId="3663735354" sldId="2147483782"/>
              <ac:spMk id="8" creationId="{2E924790-D30B-568C-AEB3-35155883C8EC}"/>
            </ac:spMkLst>
          </pc:spChg>
          <pc:grpChg chg="add">
            <ac:chgData name="ELAMATHI NAVEEN" userId="05c2d00530b3e31a" providerId="LiveId" clId="{762F6E52-19A7-4172-BFEC-E199F443A61D}" dt="2026-02-11T18:30:27.890" v="246"/>
            <ac:grpSpMkLst>
              <pc:docMk/>
              <pc:sldMasterMk cId="1500819852" sldId="2147483775"/>
              <pc:sldLayoutMk cId="3663735354" sldId="2147483782"/>
              <ac:grpSpMk id="5" creationId="{7EB5970D-EF35-1E48-52DA-AB109B4D38A0}"/>
            </ac:grpSpMkLst>
          </pc:gr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2/23/2026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58FB4751-880F-D840-AAA9-3A15815CC996}"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3323778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540750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354404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025998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889285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90958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8FB4751-880F-D840-AAA9-3A15815CC996}" type="slidenum">
              <a:rPr lang="en-US" smtClean="0"/>
              <a:pPr/>
              <a:t>‹#›</a:t>
            </a:fld>
            <a:endParaRPr lang="en-US" dirty="0"/>
          </a:p>
        </p:txBody>
      </p:sp>
      <p:grpSp>
        <p:nvGrpSpPr>
          <p:cNvPr id="5" name="Group 4">
            <a:extLst>
              <a:ext uri="{FF2B5EF4-FFF2-40B4-BE49-F238E27FC236}">
                <a16:creationId xmlns:a16="http://schemas.microsoft.com/office/drawing/2014/main" id="{7EB5970D-EF35-1E48-52DA-AB109B4D38A0}"/>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6" name="Freeform: Shape 5">
              <a:extLst>
                <a:ext uri="{FF2B5EF4-FFF2-40B4-BE49-F238E27FC236}">
                  <a16:creationId xmlns:a16="http://schemas.microsoft.com/office/drawing/2014/main" id="{EC7D03F3-A6BF-52FB-4C62-4CAEA04E02B2}"/>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12242FBD-2649-0956-5E90-9DD941285D8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Freeform: Shape 7">
            <a:extLst>
              <a:ext uri="{FF2B5EF4-FFF2-40B4-BE49-F238E27FC236}">
                <a16:creationId xmlns:a16="http://schemas.microsoft.com/office/drawing/2014/main" id="{2E924790-D30B-568C-AEB3-35155883C8EC}"/>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663735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1828483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030034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8752891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207530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2752641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Picture with Caption 2">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19014302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Section Header 1">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9295187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and Content 7">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712649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losin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2294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able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wo Content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5">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26">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8FB4751-880F-D840-AAA9-3A15815CC996}"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05A32-18E8-76EB-5B95-A302AB7B9BB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00819852"/>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661" r:id="rId17"/>
    <p:sldLayoutId id="2147483670" r:id="rId18"/>
    <p:sldLayoutId id="2147483678" r:id="rId19"/>
    <p:sldLayoutId id="2147483664" r:id="rId20"/>
    <p:sldLayoutId id="2147483680" r:id="rId21"/>
    <p:sldLayoutId id="2147483681" r:id="rId22"/>
    <p:sldLayoutId id="2147483682" r:id="rId23"/>
    <p:sldLayoutId id="2147483654" r:id="rId24"/>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hyperlink" Target="https://creativecommons.org/licenses/by/3.0/" TargetMode="External"/><Relationship Id="rId4" Type="http://schemas.openxmlformats.org/officeDocument/2006/relationships/hyperlink" Target="https://rincondelemprendedor.es/crear-apps-sin-saber-programar/"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hyperlink" Target="https://creativecommons.org/licenses/by-nc-sa/3.0/" TargetMode="External"/><Relationship Id="rId4" Type="http://schemas.openxmlformats.org/officeDocument/2006/relationships/hyperlink" Target="https://technofaq.org/posts/2016/12/smartphone-apps-for-professional-administrators/"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hyperlink" Target="mailto:elamathi028@gmail.com" TargetMode="External"/><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16" name="Title 2">
            <a:extLst>
              <a:ext uri="{FF2B5EF4-FFF2-40B4-BE49-F238E27FC236}">
                <a16:creationId xmlns:a16="http://schemas.microsoft.com/office/drawing/2014/main" id="{4A9EB6F4-B5E6-5557-4EE3-4D817EAA0C1B}"/>
              </a:ext>
            </a:extLst>
          </p:cNvPr>
          <p:cNvSpPr txBox="1">
            <a:spLocks/>
          </p:cNvSpPr>
          <p:nvPr/>
        </p:nvSpPr>
        <p:spPr>
          <a:xfrm>
            <a:off x="1085222" y="3094892"/>
            <a:ext cx="9395209" cy="2678891"/>
          </a:xfrm>
          <a:prstGeom prst="rect">
            <a:avLst/>
          </a:prstGeom>
          <a:effectLst/>
        </p:spPr>
        <p:txBody>
          <a:bodyPr vert="horz" lIns="91440" tIns="45720" rIns="91440" bIns="45720" rtlCol="0" anchor="ctr">
            <a:normAutofit fontScale="37500" lnSpcReduction="20000"/>
          </a:bodyPr>
          <a:lstStyle>
            <a:lvl1pPr algn="ctr" defTabSz="457200" rtl="0" eaLnBrk="1" latinLnBrk="0" hangingPunct="1">
              <a:spcBef>
                <a:spcPct val="0"/>
              </a:spcBef>
              <a:buNone/>
              <a:defRPr sz="48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9300" dirty="0">
                <a:solidFill>
                  <a:schemeClr val="tx1">
                    <a:lumMod val="95000"/>
                    <a:lumOff val="5000"/>
                  </a:schemeClr>
                </a:solidFill>
                <a:latin typeface="Cambria" panose="02040503050406030204" pitchFamily="18" charset="0"/>
                <a:ea typeface="Cambria" panose="02040503050406030204" pitchFamily="18" charset="0"/>
              </a:rPr>
              <a:t>Mobile App Usage </a:t>
            </a:r>
            <a:r>
              <a:rPr lang="en-IN" sz="9300" dirty="0" err="1">
                <a:solidFill>
                  <a:schemeClr val="tx1">
                    <a:lumMod val="95000"/>
                    <a:lumOff val="5000"/>
                  </a:schemeClr>
                </a:solidFill>
                <a:latin typeface="Cambria" panose="02040503050406030204" pitchFamily="18" charset="0"/>
                <a:ea typeface="Cambria" panose="02040503050406030204" pitchFamily="18" charset="0"/>
              </a:rPr>
              <a:t>Behavior</a:t>
            </a:r>
            <a:r>
              <a:rPr lang="en-IN" sz="9300" dirty="0">
                <a:solidFill>
                  <a:schemeClr val="tx1">
                    <a:lumMod val="95000"/>
                    <a:lumOff val="5000"/>
                  </a:schemeClr>
                </a:solidFill>
                <a:latin typeface="Cambria" panose="02040503050406030204" pitchFamily="18" charset="0"/>
                <a:ea typeface="Cambria" panose="02040503050406030204" pitchFamily="18" charset="0"/>
              </a:rPr>
              <a:t> Analysis Dashboard</a:t>
            </a:r>
            <a:br>
              <a:rPr lang="en-IN" sz="9300" dirty="0">
                <a:solidFill>
                  <a:schemeClr val="tx1">
                    <a:lumMod val="95000"/>
                    <a:lumOff val="5000"/>
                  </a:schemeClr>
                </a:solidFill>
                <a:latin typeface="Cambria" panose="02040503050406030204" pitchFamily="18" charset="0"/>
                <a:ea typeface="Cambria" panose="02040503050406030204" pitchFamily="18" charset="0"/>
              </a:rPr>
            </a:br>
            <a:br>
              <a:rPr lang="en-IN" sz="9300" dirty="0">
                <a:solidFill>
                  <a:schemeClr val="tx1">
                    <a:lumMod val="95000"/>
                    <a:lumOff val="5000"/>
                  </a:schemeClr>
                </a:solidFill>
                <a:latin typeface="Cambria" panose="02040503050406030204" pitchFamily="18" charset="0"/>
                <a:ea typeface="Cambria" panose="02040503050406030204" pitchFamily="18" charset="0"/>
              </a:rPr>
            </a:br>
            <a:r>
              <a:rPr lang="en-IN" sz="9300" dirty="0">
                <a:solidFill>
                  <a:schemeClr val="tx1">
                    <a:lumMod val="95000"/>
                    <a:lumOff val="5000"/>
                  </a:schemeClr>
                </a:solidFill>
                <a:latin typeface="Cambria" panose="02040503050406030204" pitchFamily="18" charset="0"/>
                <a:ea typeface="Cambria" panose="02040503050406030204" pitchFamily="18" charset="0"/>
              </a:rPr>
              <a:t>-Power Bi</a:t>
            </a:r>
            <a:br>
              <a:rPr lang="en-IN" sz="9300" dirty="0">
                <a:solidFill>
                  <a:schemeClr val="tx1">
                    <a:lumMod val="95000"/>
                    <a:lumOff val="5000"/>
                  </a:schemeClr>
                </a:solidFill>
                <a:latin typeface="Cambria" panose="02040503050406030204" pitchFamily="18" charset="0"/>
                <a:ea typeface="Cambria" panose="02040503050406030204" pitchFamily="18" charset="0"/>
              </a:rPr>
            </a:br>
            <a:r>
              <a:rPr lang="en-IN" sz="6200" dirty="0">
                <a:solidFill>
                  <a:schemeClr val="tx1">
                    <a:lumMod val="95000"/>
                    <a:lumOff val="5000"/>
                  </a:schemeClr>
                </a:solidFill>
                <a:latin typeface="Cambria" panose="02040503050406030204" pitchFamily="18" charset="0"/>
                <a:ea typeface="Cambria" panose="02040503050406030204" pitchFamily="18" charset="0"/>
              </a:rPr>
              <a:t> </a:t>
            </a:r>
            <a:br>
              <a:rPr lang="en-IN" sz="6200" dirty="0">
                <a:solidFill>
                  <a:schemeClr val="tx1">
                    <a:lumMod val="95000"/>
                    <a:lumOff val="5000"/>
                  </a:schemeClr>
                </a:solidFill>
                <a:latin typeface="Cambria" panose="02040503050406030204" pitchFamily="18" charset="0"/>
                <a:ea typeface="Cambria" panose="02040503050406030204" pitchFamily="18" charset="0"/>
              </a:rPr>
            </a:br>
            <a:r>
              <a:rPr lang="en-IN" sz="3600" b="1" dirty="0">
                <a:solidFill>
                  <a:schemeClr val="bg2">
                    <a:lumMod val="50000"/>
                  </a:schemeClr>
                </a:solidFill>
                <a:latin typeface="Cambria" panose="02040503050406030204" pitchFamily="18" charset="0"/>
                <a:ea typeface="Cambria" panose="02040503050406030204" pitchFamily="18" charset="0"/>
              </a:rPr>
              <a:t>          </a:t>
            </a:r>
            <a:br>
              <a:rPr lang="en-IN" sz="2000" dirty="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p:txBody>
      </p:sp>
      <p:pic>
        <p:nvPicPr>
          <p:cNvPr id="35" name="Picture 34">
            <a:extLst>
              <a:ext uri="{FF2B5EF4-FFF2-40B4-BE49-F238E27FC236}">
                <a16:creationId xmlns:a16="http://schemas.microsoft.com/office/drawing/2014/main" id="{561D9E21-AA3A-5A18-0C95-8B60CB4407A5}"/>
              </a:ext>
            </a:extLst>
          </p:cNvPr>
          <p:cNvPicPr>
            <a:picLocks noChangeAspect="1"/>
          </p:cNvPicPr>
          <p:nvPr/>
        </p:nvPicPr>
        <p:blipFill>
          <a:blip r:embed="rId3"/>
          <a:stretch>
            <a:fillRect/>
          </a:stretch>
        </p:blipFill>
        <p:spPr>
          <a:xfrm>
            <a:off x="3185651" y="216309"/>
            <a:ext cx="4630994" cy="3460955"/>
          </a:xfrm>
          <a:prstGeom prst="rect">
            <a:avLst/>
          </a:prstGeom>
        </p:spPr>
      </p:pic>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645117" y="929709"/>
            <a:ext cx="5641848" cy="3622629"/>
          </a:xfrm>
        </p:spPr>
        <p:txBody>
          <a:bodyPr/>
          <a:lstStyle/>
          <a:p>
            <a:r>
              <a:rPr lang="en-US" sz="2400" b="1" dirty="0">
                <a:solidFill>
                  <a:schemeClr val="tx1">
                    <a:lumMod val="95000"/>
                    <a:lumOff val="5000"/>
                  </a:schemeClr>
                </a:solidFill>
                <a:latin typeface="Cambria" panose="02040503050406030204" pitchFamily="18" charset="0"/>
                <a:ea typeface="Cambria" panose="02040503050406030204" pitchFamily="18" charset="0"/>
              </a:rPr>
              <a:t>Dataset</a:t>
            </a:r>
            <a:br>
              <a:rPr lang="en-US" sz="2400" b="1" dirty="0">
                <a:solidFill>
                  <a:schemeClr val="tx1">
                    <a:lumMod val="95000"/>
                    <a:lumOff val="5000"/>
                  </a:schemeClr>
                </a:solidFill>
                <a:latin typeface="Cambria" panose="02040503050406030204" pitchFamily="18" charset="0"/>
                <a:ea typeface="Cambria" panose="02040503050406030204" pitchFamily="18" charset="0"/>
              </a:rPr>
            </a:br>
            <a:br>
              <a:rPr lang="en-US" sz="3200" dirty="0">
                <a:latin typeface="Cambria" panose="02040503050406030204" pitchFamily="18" charset="0"/>
                <a:ea typeface="Cambria" panose="02040503050406030204" pitchFamily="18" charset="0"/>
              </a:rPr>
            </a:br>
            <a:br>
              <a:rPr lang="en-US" sz="3200" dirty="0">
                <a:latin typeface="Cambria" panose="02040503050406030204" pitchFamily="18" charset="0"/>
                <a:ea typeface="Cambria" panose="02040503050406030204" pitchFamily="18" charset="0"/>
              </a:rPr>
            </a:br>
            <a:br>
              <a:rPr lang="en-US" sz="3200" dirty="0">
                <a:latin typeface="Cambria" panose="02040503050406030204" pitchFamily="18" charset="0"/>
                <a:ea typeface="Cambria" panose="02040503050406030204" pitchFamily="18" charset="0"/>
              </a:rPr>
            </a:br>
            <a:br>
              <a:rPr lang="en-US" sz="3200" dirty="0">
                <a:latin typeface="Cambria" panose="02040503050406030204" pitchFamily="18" charset="0"/>
                <a:ea typeface="Cambria" panose="02040503050406030204" pitchFamily="18" charset="0"/>
              </a:rPr>
            </a:br>
            <a:br>
              <a:rPr lang="en-US" sz="3200" dirty="0">
                <a:latin typeface="Cambria" panose="02040503050406030204" pitchFamily="18" charset="0"/>
                <a:ea typeface="Cambria" panose="02040503050406030204" pitchFamily="18" charset="0"/>
              </a:rPr>
            </a:br>
            <a:endParaRPr lang="en-US" sz="3200" dirty="0">
              <a:latin typeface="Cambria" panose="02040503050406030204" pitchFamily="18" charset="0"/>
              <a:ea typeface="Cambria" panose="02040503050406030204" pitchFamily="18" charset="0"/>
            </a:endParaRPr>
          </a:p>
        </p:txBody>
      </p:sp>
      <p:pic>
        <p:nvPicPr>
          <p:cNvPr id="10" name="Picture Placeholder 9" descr="Businessman text messaging">
            <a:extLst>
              <a:ext uri="{FF2B5EF4-FFF2-40B4-BE49-F238E27FC236}">
                <a16:creationId xmlns:a16="http://schemas.microsoft.com/office/drawing/2014/main" id="{6AF09096-9545-16A9-EE1C-27DCA8FCDEF1}"/>
              </a:ext>
            </a:extLst>
          </p:cNvPr>
          <p:cNvPicPr>
            <a:picLocks noGrp="1" noChangeAspect="1"/>
          </p:cNvPicPr>
          <p:nvPr>
            <p:ph type="pic" idx="1"/>
          </p:nvPr>
        </p:nvPicPr>
        <p:blipFill>
          <a:blip r:embed="rId3"/>
          <a:srcRect l="25732" r="25732"/>
          <a:stretch>
            <a:fillRect/>
          </a:stretch>
        </p:blipFill>
        <p:spPr/>
      </p:pic>
      <p:sp>
        <p:nvSpPr>
          <p:cNvPr id="9" name="TextBox 8">
            <a:extLst>
              <a:ext uri="{FF2B5EF4-FFF2-40B4-BE49-F238E27FC236}">
                <a16:creationId xmlns:a16="http://schemas.microsoft.com/office/drawing/2014/main" id="{A89DFD8C-520D-8B7D-309D-752DD4AC6D1F}"/>
              </a:ext>
            </a:extLst>
          </p:cNvPr>
          <p:cNvSpPr txBox="1"/>
          <p:nvPr/>
        </p:nvSpPr>
        <p:spPr>
          <a:xfrm>
            <a:off x="914400" y="2292892"/>
            <a:ext cx="6145161" cy="37856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rPr>
              <a:t>User ID</a:t>
            </a:r>
          </a:p>
          <a:p>
            <a:pPr marL="0" marR="0" lvl="0" indent="0" algn="l" defTabSz="914400" rtl="0" eaLnBrk="0" fontAlgn="base" latinLnBrk="0" hangingPunct="0">
              <a:lnSpc>
                <a:spcPct val="100000"/>
              </a:lnSpc>
              <a:spcBef>
                <a:spcPct val="0"/>
              </a:spcBef>
              <a:spcAft>
                <a:spcPct val="0"/>
              </a:spcAft>
              <a:buClrTx/>
              <a:buSzTx/>
              <a:tabLst/>
              <a:defRPr/>
            </a:pP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rPr>
              <a:t>Age</a:t>
            </a:r>
          </a:p>
          <a:p>
            <a:pPr marL="0" marR="0" lvl="0" indent="0" algn="l" defTabSz="914400" rtl="0" eaLnBrk="0" fontAlgn="base" latinLnBrk="0" hangingPunct="0">
              <a:lnSpc>
                <a:spcPct val="100000"/>
              </a:lnSpc>
              <a:spcBef>
                <a:spcPct val="0"/>
              </a:spcBef>
              <a:spcAft>
                <a:spcPct val="0"/>
              </a:spcAft>
              <a:buClrTx/>
              <a:buSzTx/>
              <a:tabLst/>
              <a:defRPr/>
            </a:pP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rPr>
              <a:t>Gender</a:t>
            </a:r>
          </a:p>
          <a:p>
            <a:pPr marL="0" marR="0" lvl="0" indent="0" algn="l" defTabSz="914400" rtl="0" eaLnBrk="0" fontAlgn="base" latinLnBrk="0" hangingPunct="0">
              <a:lnSpc>
                <a:spcPct val="100000"/>
              </a:lnSpc>
              <a:spcBef>
                <a:spcPct val="0"/>
              </a:spcBef>
              <a:spcAft>
                <a:spcPct val="0"/>
              </a:spcAft>
              <a:buClrTx/>
              <a:buSzTx/>
              <a:tabLst/>
              <a:defRPr/>
            </a:pP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rPr>
              <a:t>App Category (Social Media, Education, Entertainment, etc.)</a:t>
            </a:r>
          </a:p>
          <a:p>
            <a:pPr marL="0" marR="0" lvl="0" indent="0" algn="l" defTabSz="914400" rtl="0" eaLnBrk="0" fontAlgn="base" latinLnBrk="0" hangingPunct="0">
              <a:lnSpc>
                <a:spcPct val="100000"/>
              </a:lnSpc>
              <a:spcBef>
                <a:spcPct val="0"/>
              </a:spcBef>
              <a:spcAft>
                <a:spcPct val="0"/>
              </a:spcAft>
              <a:buClrTx/>
              <a:buSzTx/>
              <a:tabLst/>
              <a:defRPr/>
            </a:pP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rPr>
              <a:t>Daily Usage Time (in minutes)</a:t>
            </a:r>
          </a:p>
          <a:p>
            <a:pPr marL="0" marR="0" lvl="0" indent="0" algn="l" defTabSz="914400" rtl="0" eaLnBrk="0" fontAlgn="base" latinLnBrk="0" hangingPunct="0">
              <a:lnSpc>
                <a:spcPct val="100000"/>
              </a:lnSpc>
              <a:spcBef>
                <a:spcPct val="0"/>
              </a:spcBef>
              <a:spcAft>
                <a:spcPct val="0"/>
              </a:spcAft>
              <a:buClrTx/>
              <a:buSzTx/>
              <a:tabLst/>
              <a:defRPr/>
            </a:pPr>
            <a:endParaRPr lang="en-US" altLang="en-US" sz="1600" b="1" dirty="0">
              <a:solidFill>
                <a:srgbClr val="543E34"/>
              </a:solidFill>
              <a:latin typeface="Cambria" panose="02040503050406030204" pitchFamily="18" charset="0"/>
              <a:ea typeface="Cambria" panose="02040503050406030204" pitchFamily="18" charset="0"/>
            </a:endParaRPr>
          </a:p>
          <a:p>
            <a:pPr lvl="0" eaLnBrk="0" fontAlgn="base" hangingPunct="0">
              <a:spcBef>
                <a:spcPct val="0"/>
              </a:spcBef>
              <a:spcAft>
                <a:spcPct val="0"/>
              </a:spcAft>
              <a:buFontTx/>
              <a:buChar char="•"/>
              <a:defRPr/>
            </a:pPr>
            <a:r>
              <a:rPr lang="en-US" altLang="en-US" sz="1600" b="1" dirty="0">
                <a:solidFill>
                  <a:srgbClr val="543E34"/>
                </a:solidFill>
                <a:latin typeface="Cambria" panose="02040503050406030204" pitchFamily="18" charset="0"/>
                <a:ea typeface="Cambria" panose="02040503050406030204" pitchFamily="18" charset="0"/>
              </a:rPr>
              <a:t>Usage Date</a:t>
            </a: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defRPr/>
            </a:pP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a:p>
            <a:pPr lvl="0" eaLnBrk="0" fontAlgn="base" hangingPunct="0">
              <a:spcBef>
                <a:spcPct val="0"/>
              </a:spcBef>
              <a:spcAft>
                <a:spcPct val="0"/>
              </a:spcAft>
              <a:buFontTx/>
              <a:buChar char="•"/>
              <a:defRPr/>
            </a:pPr>
            <a:r>
              <a:rPr lang="en-US" altLang="en-US" sz="1600" b="1" dirty="0">
                <a:solidFill>
                  <a:srgbClr val="543E34"/>
                </a:solidFill>
                <a:latin typeface="Cambria" panose="02040503050406030204" pitchFamily="18" charset="0"/>
                <a:ea typeface="Cambria" panose="02040503050406030204" pitchFamily="18" charset="0"/>
              </a:rPr>
              <a:t>Screen Time Level</a:t>
            </a:r>
          </a:p>
          <a:p>
            <a:pPr lvl="0" eaLnBrk="0" fontAlgn="base" hangingPunct="0">
              <a:spcBef>
                <a:spcPct val="0"/>
              </a:spcBef>
              <a:spcAft>
                <a:spcPct val="0"/>
              </a:spcAft>
              <a:defRPr/>
            </a:pP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a:p>
            <a:pPr lvl="0" eaLnBrk="0" fontAlgn="base" hangingPunct="0">
              <a:spcBef>
                <a:spcPct val="0"/>
              </a:spcBef>
              <a:spcAft>
                <a:spcPct val="0"/>
              </a:spcAft>
              <a:defRPr/>
            </a:pPr>
            <a:endParaRPr kumimoji="0" lang="en-US" altLang="en-US" sz="1600" b="1" i="0" u="none" strike="noStrike" kern="1200" cap="none" spc="0" normalizeH="0" baseline="0" noProof="0" dirty="0">
              <a:ln>
                <a:noFill/>
              </a:ln>
              <a:solidFill>
                <a:srgbClr val="543E34"/>
              </a:solidFill>
              <a:effectLst/>
              <a:uLnTx/>
              <a:uFillTx/>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216310" y="2421923"/>
            <a:ext cx="6575912" cy="3867665"/>
          </a:xfrm>
        </p:spPr>
        <p:txBody>
          <a:bodyPr>
            <a:normAutofit fontScale="90000"/>
          </a:bodyPr>
          <a:lstStyle/>
          <a:p>
            <a:pPr lvl="0" eaLnBrk="0" fontAlgn="base" hangingPunct="0">
              <a:lnSpc>
                <a:spcPct val="100000"/>
              </a:lnSpc>
              <a:spcAft>
                <a:spcPct val="0"/>
              </a:spcAft>
            </a:pPr>
            <a:r>
              <a:rPr lang="en-US" sz="2700" b="1" dirty="0">
                <a:solidFill>
                  <a:schemeClr val="tx1">
                    <a:lumMod val="95000"/>
                    <a:lumOff val="5000"/>
                  </a:schemeClr>
                </a:solidFill>
                <a:latin typeface="Cambria" panose="02040503050406030204" pitchFamily="18" charset="0"/>
                <a:ea typeface="Cambria" panose="02040503050406030204" pitchFamily="18" charset="0"/>
              </a:rPr>
              <a:t>Problem Statement</a:t>
            </a:r>
            <a:br>
              <a:rPr lang="en-US" sz="32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r>
              <a:rPr lang="en-US" sz="1800" dirty="0">
                <a:solidFill>
                  <a:schemeClr val="accent6">
                    <a:lumMod val="10000"/>
                  </a:schemeClr>
                </a:solidFill>
                <a:latin typeface="Cambria" panose="02040503050406030204" pitchFamily="18" charset="0"/>
                <a:ea typeface="Cambria" panose="02040503050406030204" pitchFamily="18" charset="0"/>
              </a:rPr>
              <a:t>1.</a:t>
            </a:r>
            <a:r>
              <a:rPr lang="en-US" altLang="en-US" sz="1800" dirty="0">
                <a:solidFill>
                  <a:schemeClr val="accent6">
                    <a:lumMod val="10000"/>
                  </a:schemeClr>
                </a:solidFill>
                <a:latin typeface="Cambria" panose="02040503050406030204" pitchFamily="18" charset="0"/>
                <a:ea typeface="Cambria" panose="02040503050406030204" pitchFamily="18" charset="0"/>
              </a:rPr>
              <a:t>People spend a lot of time using different mobile applications every day.</a:t>
            </a:r>
            <a:br>
              <a:rPr lang="en-US" altLang="en-US" sz="1800" dirty="0">
                <a:solidFill>
                  <a:schemeClr val="accent6">
                    <a:lumMod val="10000"/>
                  </a:schemeClr>
                </a:solidFill>
                <a:latin typeface="Cambria" panose="02040503050406030204" pitchFamily="18" charset="0"/>
                <a:ea typeface="Cambria" panose="02040503050406030204" pitchFamily="18" charset="0"/>
              </a:rPr>
            </a:br>
            <a:br>
              <a:rPr lang="en-US" altLang="en-US" sz="1800" dirty="0">
                <a:solidFill>
                  <a:schemeClr val="accent6">
                    <a:lumMod val="10000"/>
                  </a:schemeClr>
                </a:solidFill>
                <a:latin typeface="Cambria" panose="02040503050406030204" pitchFamily="18" charset="0"/>
                <a:ea typeface="Cambria" panose="02040503050406030204" pitchFamily="18" charset="0"/>
              </a:rPr>
            </a:br>
            <a:r>
              <a:rPr lang="en-US" altLang="en-US" sz="1800" dirty="0">
                <a:solidFill>
                  <a:schemeClr val="accent6">
                    <a:lumMod val="10000"/>
                  </a:schemeClr>
                </a:solidFill>
                <a:latin typeface="Cambria" panose="02040503050406030204" pitchFamily="18" charset="0"/>
                <a:ea typeface="Cambria" panose="02040503050406030204" pitchFamily="18" charset="0"/>
              </a:rPr>
              <a:t>2.It is difficult to understand which app categories are used the most and least.</a:t>
            </a:r>
            <a:br>
              <a:rPr lang="en-US" altLang="en-US" sz="1800" dirty="0">
                <a:solidFill>
                  <a:schemeClr val="accent6">
                    <a:lumMod val="10000"/>
                  </a:schemeClr>
                </a:solidFill>
                <a:latin typeface="Cambria" panose="02040503050406030204" pitchFamily="18" charset="0"/>
                <a:ea typeface="Cambria" panose="02040503050406030204" pitchFamily="18" charset="0"/>
              </a:rPr>
            </a:br>
            <a:br>
              <a:rPr lang="en-US" altLang="en-US" sz="1800" dirty="0">
                <a:solidFill>
                  <a:schemeClr val="accent6">
                    <a:lumMod val="10000"/>
                  </a:schemeClr>
                </a:solidFill>
                <a:latin typeface="Cambria" panose="02040503050406030204" pitchFamily="18" charset="0"/>
                <a:ea typeface="Cambria" panose="02040503050406030204" pitchFamily="18" charset="0"/>
              </a:rPr>
            </a:br>
            <a:r>
              <a:rPr lang="en-US" altLang="en-US" sz="1800" dirty="0">
                <a:solidFill>
                  <a:schemeClr val="accent6">
                    <a:lumMod val="10000"/>
                  </a:schemeClr>
                </a:solidFill>
                <a:latin typeface="Cambria" panose="02040503050406030204" pitchFamily="18" charset="0"/>
                <a:ea typeface="Cambria" panose="02040503050406030204" pitchFamily="18" charset="0"/>
              </a:rPr>
              <a:t>3.There is no clear view of user behavior based on age and usage time.</a:t>
            </a:r>
            <a:br>
              <a:rPr lang="en-US" altLang="en-US" sz="1800" dirty="0">
                <a:solidFill>
                  <a:schemeClr val="accent6">
                    <a:lumMod val="10000"/>
                  </a:schemeClr>
                </a:solidFill>
                <a:latin typeface="Cambria" panose="02040503050406030204" pitchFamily="18" charset="0"/>
                <a:ea typeface="Cambria" panose="02040503050406030204" pitchFamily="18" charset="0"/>
              </a:rPr>
            </a:br>
            <a:br>
              <a:rPr lang="en-US" altLang="en-US" sz="1800" dirty="0">
                <a:solidFill>
                  <a:schemeClr val="accent6">
                    <a:lumMod val="10000"/>
                  </a:schemeClr>
                </a:solidFill>
                <a:latin typeface="Cambria" panose="02040503050406030204" pitchFamily="18" charset="0"/>
                <a:ea typeface="Cambria" panose="02040503050406030204" pitchFamily="18" charset="0"/>
              </a:rPr>
            </a:br>
            <a:r>
              <a:rPr lang="en-US" altLang="en-US" sz="1800" dirty="0">
                <a:solidFill>
                  <a:schemeClr val="accent6">
                    <a:lumMod val="10000"/>
                  </a:schemeClr>
                </a:solidFill>
                <a:latin typeface="Cambria" panose="02040503050406030204" pitchFamily="18" charset="0"/>
                <a:ea typeface="Cambria" panose="02040503050406030204" pitchFamily="18" charset="0"/>
              </a:rPr>
              <a:t>4.Manual analysis of mobile usage data is time-consuming and confusing.</a:t>
            </a:r>
            <a:br>
              <a:rPr lang="en-US" altLang="en-US" sz="1800" dirty="0">
                <a:solidFill>
                  <a:schemeClr val="accent6">
                    <a:lumMod val="10000"/>
                  </a:schemeClr>
                </a:solidFill>
                <a:latin typeface="Cambria" panose="02040503050406030204" pitchFamily="18" charset="0"/>
                <a:ea typeface="Cambria" panose="02040503050406030204" pitchFamily="18" charset="0"/>
              </a:rPr>
            </a:br>
            <a:br>
              <a:rPr lang="en-US" altLang="en-US" sz="1800" dirty="0">
                <a:solidFill>
                  <a:schemeClr val="accent6">
                    <a:lumMod val="10000"/>
                  </a:schemeClr>
                </a:solidFill>
                <a:latin typeface="Cambria" panose="02040503050406030204" pitchFamily="18" charset="0"/>
                <a:ea typeface="Cambria" panose="02040503050406030204" pitchFamily="18" charset="0"/>
              </a:rPr>
            </a:br>
            <a:r>
              <a:rPr lang="en-US" altLang="en-US" sz="1800" dirty="0">
                <a:solidFill>
                  <a:schemeClr val="accent6">
                    <a:lumMod val="10000"/>
                  </a:schemeClr>
                </a:solidFill>
                <a:latin typeface="Cambria" panose="02040503050406030204" pitchFamily="18" charset="0"/>
                <a:ea typeface="Cambria" panose="02040503050406030204" pitchFamily="18" charset="0"/>
              </a:rPr>
              <a:t>5.This project solves the problem by analyzing mobile app usage data using Power BI.</a:t>
            </a:r>
            <a:br>
              <a:rPr lang="en-US" altLang="en-US" sz="1800" dirty="0">
                <a:solidFill>
                  <a:schemeClr val="accent6">
                    <a:lumMod val="10000"/>
                  </a:schemeClr>
                </a:solidFill>
                <a:latin typeface="Cambria" panose="02040503050406030204" pitchFamily="18" charset="0"/>
                <a:ea typeface="Cambria" panose="02040503050406030204" pitchFamily="18" charset="0"/>
              </a:rPr>
            </a:br>
            <a:br>
              <a:rPr lang="en-US" sz="1800"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br>
              <a:rPr lang="en-US" sz="1800" b="1" dirty="0">
                <a:solidFill>
                  <a:schemeClr val="tx1">
                    <a:lumMod val="60000"/>
                    <a:lumOff val="40000"/>
                  </a:schemeClr>
                </a:solidFill>
                <a:latin typeface="Cambria" panose="02040503050406030204" pitchFamily="18" charset="0"/>
                <a:ea typeface="Cambria" panose="02040503050406030204" pitchFamily="18" charset="0"/>
              </a:rPr>
            </a:br>
            <a:endParaRPr lang="en-US" sz="1800" b="1" dirty="0">
              <a:solidFill>
                <a:schemeClr val="tx1">
                  <a:lumMod val="60000"/>
                  <a:lumOff val="40000"/>
                </a:schemeClr>
              </a:solidFill>
              <a:latin typeface="Cambria" panose="02040503050406030204" pitchFamily="18" charset="0"/>
              <a:ea typeface="Cambria" panose="02040503050406030204" pitchFamily="18" charset="0"/>
            </a:endParaRPr>
          </a:p>
        </p:txBody>
      </p:sp>
      <p:pic>
        <p:nvPicPr>
          <p:cNvPr id="8" name="Picture Placeholder 21">
            <a:extLst>
              <a:ext uri="{FF2B5EF4-FFF2-40B4-BE49-F238E27FC236}">
                <a16:creationId xmlns:a16="http://schemas.microsoft.com/office/drawing/2014/main" id="{FFD2BD9F-962D-9BA5-14BE-C9CD52FEF9C7}"/>
              </a:ext>
            </a:extLst>
          </p:cNvPr>
          <p:cNvPicPr>
            <a:picLocks noGrp="1" noChangeAspect="1"/>
          </p:cNvPicPr>
          <p:nvPr>
            <p:ph type="pic" idx="1"/>
          </p:nvPr>
        </p:nvPicPr>
        <p:blipFill>
          <a:blip r:embed="rId3">
            <a:extLst>
              <a:ext uri="{837473B0-CC2E-450A-ABE3-18F120FF3D39}">
                <a1611:picAttrSrcUrl xmlns:a1611="http://schemas.microsoft.com/office/drawing/2016/11/main" r:id="rId4"/>
              </a:ext>
            </a:extLst>
          </a:blip>
          <a:srcRect l="31190" r="31190"/>
          <a:stretch/>
        </p:blipFill>
        <p:spPr/>
      </p:pic>
      <p:sp>
        <p:nvSpPr>
          <p:cNvPr id="7" name="Rectangle 3">
            <a:extLst>
              <a:ext uri="{FF2B5EF4-FFF2-40B4-BE49-F238E27FC236}">
                <a16:creationId xmlns:a16="http://schemas.microsoft.com/office/drawing/2014/main" id="{1F97AF18-0629-A029-ABAD-57761150F20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CFF02CF-A7D4-82F4-40C3-2B914A99078D}"/>
              </a:ext>
            </a:extLst>
          </p:cNvPr>
          <p:cNvSpPr txBox="1"/>
          <p:nvPr/>
        </p:nvSpPr>
        <p:spPr>
          <a:xfrm>
            <a:off x="7401941" y="6587067"/>
            <a:ext cx="4790059" cy="230832"/>
          </a:xfrm>
          <a:prstGeom prst="rect">
            <a:avLst/>
          </a:prstGeom>
          <a:noFill/>
        </p:spPr>
        <p:txBody>
          <a:bodyPr wrap="square" rtlCol="0">
            <a:spAutoFit/>
          </a:bodyPr>
          <a:lstStyle/>
          <a:p>
            <a:r>
              <a:rPr lang="en-IN" sz="900">
                <a:hlinkClick r:id="rId4" tooltip="https://rincondelemprendedor.es/crear-apps-sin-saber-programar/"/>
              </a:rPr>
              <a:t>This Photo</a:t>
            </a:r>
            <a:r>
              <a:rPr lang="en-IN" sz="900"/>
              <a:t> by Unknown Author is licensed under </a:t>
            </a:r>
            <a:r>
              <a:rPr lang="en-IN" sz="900">
                <a:hlinkClick r:id="rId5" tooltip="https://creativecommons.org/licenses/by/3.0/"/>
              </a:rPr>
              <a:t>CC BY</a:t>
            </a:r>
            <a:endParaRPr lang="en-IN" sz="900"/>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4170784" y="699796"/>
            <a:ext cx="3853543" cy="1119673"/>
          </a:xfrm>
        </p:spPr>
        <p:txBody>
          <a:bodyPr anchor="b">
            <a:normAutofit/>
          </a:bodyPr>
          <a:lstStyle/>
          <a:p>
            <a:r>
              <a:rPr lang="en-IN" sz="2400" b="1" dirty="0">
                <a:solidFill>
                  <a:schemeClr val="tx1">
                    <a:lumMod val="95000"/>
                    <a:lumOff val="5000"/>
                  </a:schemeClr>
                </a:solidFill>
                <a:latin typeface="Cambria" panose="02040503050406030204" pitchFamily="18" charset="0"/>
                <a:ea typeface="Cambria" panose="02040503050406030204" pitchFamily="18" charset="0"/>
              </a:rPr>
              <a:t>Dashboard Visuals</a:t>
            </a:r>
            <a:endParaRPr lang="en-US" sz="2400" b="1" dirty="0">
              <a:solidFill>
                <a:schemeClr val="tx1">
                  <a:lumMod val="95000"/>
                  <a:lumOff val="5000"/>
                </a:schemeClr>
              </a:solidFill>
              <a:latin typeface="Cambria" panose="02040503050406030204" pitchFamily="18" charset="0"/>
              <a:ea typeface="Cambria" panose="02040503050406030204" pitchFamily="18" charset="0"/>
            </a:endParaRPr>
          </a:p>
        </p:txBody>
      </p:sp>
      <p:pic>
        <p:nvPicPr>
          <p:cNvPr id="4" name="Picture Placeholder 3">
            <a:extLst>
              <a:ext uri="{FF2B5EF4-FFF2-40B4-BE49-F238E27FC236}">
                <a16:creationId xmlns:a16="http://schemas.microsoft.com/office/drawing/2014/main" id="{0DEBEDD0-2C97-CD36-23CF-99F082806824}"/>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25807" r="25807"/>
          <a:stretch/>
        </p:blipFill>
        <p:spPr>
          <a:xfrm>
            <a:off x="-1" y="0"/>
            <a:ext cx="5046134" cy="6858000"/>
          </a:xfrm>
          <a:solidFill>
            <a:schemeClr val="tx1"/>
          </a:solidFill>
        </p:spPr>
      </p:pic>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5046133" y="2257485"/>
            <a:ext cx="6486504" cy="3704403"/>
          </a:xfrm>
        </p:spPr>
        <p:txBody>
          <a:bodyPr/>
          <a:lstStyle/>
          <a:p>
            <a:pPr lvl="1"/>
            <a:r>
              <a:rPr lang="en-US" sz="2000" dirty="0">
                <a:latin typeface="Cambria" panose="02040503050406030204" pitchFamily="18" charset="0"/>
                <a:ea typeface="Cambria" panose="02040503050406030204" pitchFamily="18" charset="0"/>
              </a:rPr>
              <a:t>Bar chart: App Category vs Usage Time</a:t>
            </a:r>
          </a:p>
          <a:p>
            <a:pPr lvl="1"/>
            <a:endParaRPr lang="en-US" sz="2000" dirty="0">
              <a:latin typeface="Cambria" panose="02040503050406030204" pitchFamily="18" charset="0"/>
              <a:ea typeface="Cambria" panose="02040503050406030204" pitchFamily="18" charset="0"/>
            </a:endParaRPr>
          </a:p>
          <a:p>
            <a:pPr lvl="1"/>
            <a:r>
              <a:rPr lang="en-US" sz="2000" dirty="0">
                <a:latin typeface="Cambria" panose="02040503050406030204" pitchFamily="18" charset="0"/>
                <a:ea typeface="Cambria" panose="02040503050406030204" pitchFamily="18" charset="0"/>
              </a:rPr>
              <a:t>Pie chart: Percentage of users by app category</a:t>
            </a:r>
          </a:p>
          <a:p>
            <a:pPr lvl="1"/>
            <a:endParaRPr lang="en-US" sz="2000" dirty="0">
              <a:latin typeface="Cambria" panose="02040503050406030204" pitchFamily="18" charset="0"/>
              <a:ea typeface="Cambria" panose="02040503050406030204" pitchFamily="18" charset="0"/>
            </a:endParaRPr>
          </a:p>
          <a:p>
            <a:pPr lvl="1"/>
            <a:r>
              <a:rPr lang="en-US" sz="2000" dirty="0">
                <a:latin typeface="Cambria" panose="02040503050406030204" pitchFamily="18" charset="0"/>
                <a:ea typeface="Cambria" panose="02040503050406030204" pitchFamily="18" charset="0"/>
              </a:rPr>
              <a:t>Table: User-wise usage details</a:t>
            </a:r>
          </a:p>
          <a:p>
            <a:pPr lvl="1"/>
            <a:endParaRPr lang="en-US" sz="2000" dirty="0">
              <a:latin typeface="Cambria" panose="02040503050406030204" pitchFamily="18" charset="0"/>
              <a:ea typeface="Cambria" panose="02040503050406030204" pitchFamily="18" charset="0"/>
            </a:endParaRPr>
          </a:p>
          <a:p>
            <a:pPr lvl="1"/>
            <a:r>
              <a:rPr lang="en-US" sz="2000" dirty="0">
                <a:latin typeface="Cambria" panose="02040503050406030204" pitchFamily="18" charset="0"/>
                <a:ea typeface="Cambria" panose="02040503050406030204" pitchFamily="18" charset="0"/>
              </a:rPr>
              <a:t>Slicers: Age, Gender, App Category</a:t>
            </a:r>
          </a:p>
          <a:p>
            <a:endParaRPr lang="en-US" dirty="0"/>
          </a:p>
        </p:txBody>
      </p:sp>
      <p:sp>
        <p:nvSpPr>
          <p:cNvPr id="2" name="TextBox 1">
            <a:extLst>
              <a:ext uri="{FF2B5EF4-FFF2-40B4-BE49-F238E27FC236}">
                <a16:creationId xmlns:a16="http://schemas.microsoft.com/office/drawing/2014/main" id="{55BB7024-4B3A-F4B1-2BA8-C848F04A00D0}"/>
              </a:ext>
            </a:extLst>
          </p:cNvPr>
          <p:cNvSpPr txBox="1"/>
          <p:nvPr/>
        </p:nvSpPr>
        <p:spPr>
          <a:xfrm>
            <a:off x="-1" y="6858000"/>
            <a:ext cx="5046134" cy="230832"/>
          </a:xfrm>
          <a:prstGeom prst="rect">
            <a:avLst/>
          </a:prstGeom>
          <a:noFill/>
        </p:spPr>
        <p:txBody>
          <a:bodyPr wrap="square" rtlCol="0">
            <a:spAutoFit/>
          </a:bodyPr>
          <a:lstStyle/>
          <a:p>
            <a:r>
              <a:rPr lang="en-IN" sz="900">
                <a:hlinkClick r:id="rId4" tooltip="https://technofaq.org/posts/2016/12/smartphone-apps-for-professional-administrators/"/>
              </a:rPr>
              <a:t>This Photo</a:t>
            </a:r>
            <a:r>
              <a:rPr lang="en-IN" sz="900"/>
              <a:t> by Unknown Author is licensed under </a:t>
            </a:r>
            <a:r>
              <a:rPr lang="en-IN" sz="900">
                <a:hlinkClick r:id="rId5" tooltip="https://creativecommons.org/licenses/by-nc-sa/3.0/"/>
              </a:rPr>
              <a:t>CC BY-SA-NC</a:t>
            </a:r>
            <a:endParaRPr lang="en-IN" sz="900"/>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8B7E8C-6C5F-0E7A-AC1C-4E3BDED54F61}"/>
              </a:ext>
            </a:extLst>
          </p:cNvPr>
          <p:cNvPicPr>
            <a:picLocks noChangeAspect="1"/>
          </p:cNvPicPr>
          <p:nvPr/>
        </p:nvPicPr>
        <p:blipFill>
          <a:blip r:embed="rId2"/>
          <a:stretch>
            <a:fillRect/>
          </a:stretch>
        </p:blipFill>
        <p:spPr>
          <a:xfrm>
            <a:off x="0" y="0"/>
            <a:ext cx="12192000" cy="6941574"/>
          </a:xfrm>
          <a:prstGeom prst="rect">
            <a:avLst/>
          </a:prstGeom>
        </p:spPr>
      </p:pic>
    </p:spTree>
    <p:extLst>
      <p:ext uri="{BB962C8B-B14F-4D97-AF65-F5344CB8AC3E}">
        <p14:creationId xmlns:p14="http://schemas.microsoft.com/office/powerpoint/2010/main" val="3632961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3ECDC6B-2F13-6623-2D51-EA81AD02E300}"/>
              </a:ext>
            </a:extLst>
          </p:cNvPr>
          <p:cNvPicPr>
            <a:picLocks noChangeAspect="1"/>
          </p:cNvPicPr>
          <p:nvPr/>
        </p:nvPicPr>
        <p:blipFill>
          <a:blip r:embed="rId2"/>
          <a:stretch>
            <a:fillRect/>
          </a:stretch>
        </p:blipFill>
        <p:spPr>
          <a:xfrm>
            <a:off x="0" y="0"/>
            <a:ext cx="12192000" cy="6951406"/>
          </a:xfrm>
          <a:prstGeom prst="rect">
            <a:avLst/>
          </a:prstGeom>
        </p:spPr>
      </p:pic>
    </p:spTree>
    <p:extLst>
      <p:ext uri="{BB962C8B-B14F-4D97-AF65-F5344CB8AC3E}">
        <p14:creationId xmlns:p14="http://schemas.microsoft.com/office/powerpoint/2010/main" val="4222418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BCD8AE-2AA0-B123-15B6-3F863ACAA49F}"/>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885456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684006" y="711280"/>
            <a:ext cx="7683946" cy="914400"/>
          </a:xfrm>
        </p:spPr>
        <p:txBody>
          <a:bodyPr/>
          <a:lstStyle/>
          <a:p>
            <a:r>
              <a:rPr lang="en-IN" b="1" dirty="0">
                <a:solidFill>
                  <a:schemeClr val="tx1">
                    <a:lumMod val="95000"/>
                    <a:lumOff val="5000"/>
                  </a:schemeClr>
                </a:solidFill>
                <a:latin typeface="Cambria" panose="02040503050406030204" pitchFamily="18" charset="0"/>
                <a:ea typeface="Cambria" panose="02040503050406030204" pitchFamily="18" charset="0"/>
              </a:rPr>
              <a:t>Conclusion</a:t>
            </a:r>
            <a:endParaRPr lang="en-US" b="1" dirty="0">
              <a:solidFill>
                <a:schemeClr val="tx1">
                  <a:lumMod val="95000"/>
                  <a:lumOff val="5000"/>
                </a:schemeClr>
              </a:solidFill>
              <a:latin typeface="Cambria" panose="02040503050406030204" pitchFamily="18" charset="0"/>
              <a:ea typeface="Cambria" panose="02040503050406030204" pitchFamily="18" charset="0"/>
            </a:endParaRP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774441" y="2039112"/>
            <a:ext cx="10579359" cy="1767778"/>
          </a:xfrm>
        </p:spPr>
        <p:txBody>
          <a:bodyPr/>
          <a:lstStyle/>
          <a:p>
            <a:pPr marL="0" indent="0">
              <a:buNone/>
            </a:pPr>
            <a:r>
              <a:rPr lang="en-US" dirty="0">
                <a:latin typeface="Cambria" panose="02040503050406030204" pitchFamily="18" charset="0"/>
                <a:ea typeface="Cambria" panose="02040503050406030204" pitchFamily="18" charset="0"/>
              </a:rPr>
              <a:t>This project helps to understand mobile app usage patterns clearly. The dashboard provides useful insights for decision-making and user behavior analysis. Power BI makes the data easy to understand through visual representation.</a:t>
            </a:r>
          </a:p>
          <a:p>
            <a:pPr marL="0" indent="0">
              <a:buNone/>
            </a:pPr>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914400" y="914400"/>
            <a:ext cx="5641848" cy="3191069"/>
          </a:xfrm>
        </p:spPr>
        <p:txBody>
          <a:bodyPr/>
          <a:lstStyle/>
          <a:p>
            <a:r>
              <a:rPr lang="en-US" dirty="0">
                <a:solidFill>
                  <a:schemeClr val="bg2">
                    <a:lumMod val="50000"/>
                  </a:schemeClr>
                </a:solidFill>
                <a:latin typeface="Cambria" panose="02040503050406030204" pitchFamily="18" charset="0"/>
                <a:ea typeface="Cambria" panose="02040503050406030204" pitchFamily="18" charset="0"/>
              </a:rPr>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p:txBody>
          <a:bodyPr anchor="ctr"/>
          <a:lstStyle/>
          <a:p>
            <a:r>
              <a:rPr lang="en-US" dirty="0" err="1">
                <a:latin typeface="Cambria" panose="02040503050406030204" pitchFamily="18" charset="0"/>
                <a:ea typeface="Cambria" panose="02040503050406030204" pitchFamily="18" charset="0"/>
              </a:rPr>
              <a:t>Elamathi.e</a:t>
            </a:r>
            <a:endParaRPr lang="en-US" dirty="0">
              <a:latin typeface="Cambria" panose="02040503050406030204" pitchFamily="18" charset="0"/>
              <a:ea typeface="Cambria" panose="02040503050406030204" pitchFamily="18" charset="0"/>
            </a:endParaRPr>
          </a:p>
          <a:p>
            <a:endParaRPr lang="en-US" dirty="0"/>
          </a:p>
          <a:p>
            <a:r>
              <a:rPr lang="en-US" dirty="0">
                <a:latin typeface="Cambria" panose="02040503050406030204" pitchFamily="18" charset="0"/>
                <a:ea typeface="Cambria" panose="02040503050406030204" pitchFamily="18" charset="0"/>
                <a:hlinkClick r:id="rId3"/>
              </a:rPr>
              <a:t>elamathi028@gmail.com</a:t>
            </a:r>
            <a:r>
              <a:rPr lang="en-US" dirty="0">
                <a:latin typeface="Cambria" panose="02040503050406030204" pitchFamily="18" charset="0"/>
                <a:ea typeface="Cambria" panose="02040503050406030204" pitchFamily="18" charset="0"/>
              </a:rPr>
              <a:t>.</a:t>
            </a:r>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Gallery</Template>
  <TotalTime>228</TotalTime>
  <Words>258</Words>
  <Application>Microsoft Office PowerPoint</Application>
  <PresentationFormat>Widescreen</PresentationFormat>
  <Paragraphs>39</Paragraphs>
  <Slides>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vt:lpstr>
      <vt:lpstr>Courier New</vt:lpstr>
      <vt:lpstr>Gill Sans MT</vt:lpstr>
      <vt:lpstr>Sagona Book</vt:lpstr>
      <vt:lpstr>Gallery</vt:lpstr>
      <vt:lpstr>PowerPoint Presentation</vt:lpstr>
      <vt:lpstr>Dataset      </vt:lpstr>
      <vt:lpstr>Problem Statement  1.People spend a lot of time using different mobile applications every day.  2.It is difficult to understand which app categories are used the most and least.  3.There is no clear view of user behavior based on age and usage time.  4.Manual analysis of mobile usage data is time-consuming and confusing.  5.This project solves the problem by analyzing mobile app usage data using Power BI.          </vt:lpstr>
      <vt:lpstr>Dashboard Visuals</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ELAMATHI NAVEEN</dc:creator>
  <cp:lastModifiedBy>ELAMATHI NAVEEN</cp:lastModifiedBy>
  <cp:revision>1</cp:revision>
  <dcterms:created xsi:type="dcterms:W3CDTF">2026-02-05T23:25:59Z</dcterms:created>
  <dcterms:modified xsi:type="dcterms:W3CDTF">2026-02-23T12:55:43Z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